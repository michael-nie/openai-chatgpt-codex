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445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OpenAI  CODEX  ×  FRONTIER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深度洞察分析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Coding Agent(纵深) × Enterprise Agent Platform(横向) — 同一 Agent 战略的一体两面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产品形态 · 模型与训练 · Harness 与沙箱 · 企业 Agent 平台架构 · 治理与评估 · 竞争格局 · 商业战略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2026 年 6 月   |   多源并行检索 + 对抗式核验(2/3 证伪即剔除)· 可信度全程分层标注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方法学提示:本次 openai.com / 主流媒体 WebFetch 全程 403;Frontier(2026-02 新品)结论基于 10+ 来源的搜索摘要交叉验证;2026 年数据超模型知识截止(2026-01),引用前请对照官方 system card 与 openai.com/business/frontier。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EXECUTIVE SUMMARY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执行摘要:七个核心洞察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一个 Agent 战略,两条战线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Codex(把『软件工程』做到极致的自主编码 agent)与 Frontier(2026-02-05 发布的企业 AI agent 平台)同属 OpenAI『agent 攻势』,同日推进,互为纵深与横向。</a:t>
            </a:r>
            <a:r>
              <a:rPr sz="10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Codex:品牌三代复用,切勿混淆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2021 初代(驱动 Copilot,API 2023-03 关停)≠ 2025 重启的『云+CLI+IDE』自主软件工程 agent;codex-1→GPT-5-Codex→5.1-Max→5.3→5.5 凶猛迭代。</a:t>
            </a:r>
            <a:r>
              <a:rPr sz="10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壁垒=模型×harness×沙箱三位一体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RL 让模型与 agent 循环协同设计;Rust harness 五工具循环走 Responses API;OS 内核级沙箱使『免审批自主』可控。</a:t>
            </a:r>
            <a:r>
              <a:rPr sz="10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Frontier=企业 Agent 的『控制平面』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四大组件(业务上下文/执行/评估/治理),把 agent 当『可管理的 AI 同事』(入职→反馈→权限),补齐把 agent『投产』所缺的拼图;并兼容第三方 agent。</a:t>
            </a:r>
            <a:r>
              <a:rPr sz="10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商业:企业收入引擎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企业收入已占 OpenAI &gt;40%、目标年底约 50%,Frontier 是『载体』;Codex 推动 2026 Q1 营收。战略上与 Salesforce / ServiceNow / Microsoft 正面相撞。</a:t>
            </a:r>
            <a:r>
              <a:rPr sz="10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格局是『两层叠加』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编码工具层(Copilot 基数 · Cursor 营收 · Claude Code 口碑;Codex 差异化=长时程沙箱自主)+ 企业 agent 平台层(Frontier vs Agentforce / Copilot Studio / watsonx)。</a:t>
            </a:r>
            <a:r>
              <a:rPr sz="10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⚠  </a:t>
            </a:r>
            <a:r>
              <a:rPr sz="10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关键风险:版本/跑分极易张冠李戴;且『OpenAI Frontier』≠『Microsoft Frontier Suite』——任何能力数字都须绑定『产品+版本+日期+来源』才有意义。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METHODOLOGY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研究方法与可信度框架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将问题拆为多个角度并行检索 → 去重抓取 → 对每条关键论断做对抗式核验(2/3 证伪即剔除)→ 按可信度排序综合。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可信度分层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强(官方 + 多源交叉);中(单一媒体或 OpenAI 自报、无第三方审计);弱(已剔除或降级处理)。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✗  </a:t>
            </a:r>
            <a:r>
              <a:rPr sz="1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核验结果:已证伪并剔除</a:t>
            </a:r>
          </a:p>
          <a:p>
            <a:pPr lvl="2" algn="l"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Codex 侧:「Codex 2.0 / Orchestrator / SafeDeploy / OpenRepo」· Frontier 侧:「Frontier Alliance / DeployCo / Codex Labs」 — 均仅见单一非权威页面,与 OpenAI 实际命名矛盾,判为不实。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~  </a:t>
            </a:r>
            <a:r>
              <a:rPr sz="1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核验结果:已降级为传闻 / 厂商自报</a:t>
            </a:r>
          </a:p>
          <a:p>
            <a:pPr lvl="2" algn="l"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「省 4x token」源自单次 Figma-to-code(n=1);「GPT-5.5 SWE-bench 88.7%」为自报(独立 ~82.6%);Frontier「6 周→1 天 / +5% 产出」为 OpenAI 精选案例、无第三方审计。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核心限制 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本次 openai.com / 主流媒体 WebFetch 全程 403,结论基于多源搜索摘要交叉验证(GitHub README、badlogic 研究可直读);Frontier 为 2026-02 新品、超模型知识截止(2026-01)。发布前请对照官方 system card 与 openai.com/business/frontier 原文。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〔重要〕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STRATEGIC MAP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一张图看懂:Codex 与 Frontier 在 OpenAI Agent 栈中的位置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栈为本报告分析框架(综合官方表述 + 媒体框定)· Codex 与 Frontier 同日推进:2026-02-05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91672" cy="768096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118872" cy="768096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280160"/>
            <a:ext cx="36118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①  模型层 ·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280160"/>
            <a:ext cx="68580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GPT-5.x 家族 —— 含 GPT-5.3-Codex,作为复杂 agentic 任务的推理引擎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71700"/>
            <a:ext cx="11091672" cy="768096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71700"/>
            <a:ext cx="118872" cy="76809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171700"/>
            <a:ext cx="36118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②  构建层 ·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171700"/>
            <a:ext cx="68580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AgentKit / Agents SDK:Agent Builder · Connector Registry · ChatKit;内建 tracing 与 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63239"/>
            <a:ext cx="11091672" cy="768096"/>
          </a:xfrm>
          <a:prstGeom prst="roundRect">
            <a:avLst/>
          </a:prstGeom>
          <a:solidFill>
            <a:srgbClr val="E7F4EF"/>
          </a:solidFill>
          <a:ln w="19050">
            <a:solidFill>
              <a:srgbClr val="10A3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063239"/>
            <a:ext cx="118872" cy="768096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063239"/>
            <a:ext cx="36118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③  专用执行层 ·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063239"/>
            <a:ext cx="68580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把『软件工程』一个垂直做到极致的自主编码 coworker —— 模型×harness×沙箱三位一体(纵深)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54779"/>
            <a:ext cx="11091672" cy="768096"/>
          </a:xfrm>
          <a:prstGeom prst="roundRect">
            <a:avLst/>
          </a:prstGeom>
          <a:solidFill>
            <a:srgbClr val="E2F0EF"/>
          </a:solidFill>
          <a:ln w="19050">
            <a:solidFill>
              <a:srgbClr val="0B7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54779"/>
            <a:ext cx="118872" cy="768096"/>
          </a:xfrm>
          <a:prstGeom prst="rect">
            <a:avLst/>
          </a:prstGeom>
          <a:solidFill>
            <a:srgbClr val="0B7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954779"/>
            <a:ext cx="36118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④  企业编排与治理层 · Frontier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954779"/>
            <a:ext cx="68580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面向全企业的 AI coworker 控制平面:业务上下文 + 执行 + 评估 + 治理(横向)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11091672" cy="768096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46320"/>
            <a:ext cx="118872" cy="76809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846320"/>
            <a:ext cx="36118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⑤  分发层 · ChatGPT 超级应用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4846320"/>
            <a:ext cx="68580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整合 ChatGPT + Codex + agentic browsing + 合作伙伴应用,触达消费者与工作区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核心结论:Codex = 纵深(一个垂直做到极致) · Frontier = 横向(把 agent 推广到全企业并加治理);二者是同一战略的一体两面。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PRODUCT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 产品形态全景:一个 agent,六个入口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多端形态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云端 agent(chatgpt.com/codex)· Codex CLI(开源 Apache-2.0,Rust)· VS Code/IDE 扩展 · 桌面 App · GitHub 集成 · Slack · iOS 移动端(2026-05)。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三种交互范式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CLI 重隐私/控制与 CI/CD;IDE 在编辑器内最小干扰;云端做异步、并行、可委派的多文件任务。2026 主流是「混合」:App 作指挥中心规划/审查 + CLI/IDE 本地落地。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关键特性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审批模式 × 沙箱模式 双层安全;AGENTS.md 项目指令(分层覆盖);MCP(既是 client 又是 server);PR 代码审查(仅报 P0/P1);子 agent 并行编排。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计费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不单独售卖,捆绑进 Plus($20)/Pro($200)/Business/Enterprise/Edu;2026-04-02 由「按消息」改为「按 token」信用计费。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规模(截至 2026-06)—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周活 500 万+,其中 ~20% 为非开发者(分析/市场/运营),非开发者增速约为工程师的 3 倍。</a:t>
            </a:r>
            <a:r>
              <a:rPr sz="12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MODEL LINEAGE &amp; TIMELINE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 模型谱系与演进时间线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谱系:Codex 模型均为基座推理模型的后训练变体,非独立架构 · 2026-02-05 为 Codex×Frontier 协调发布日 · 2026 项依赖检索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35127" y="1298448"/>
          <a:ext cx="1152144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57400"/>
                <a:gridCol w="2011680"/>
                <a:gridCol w="3657600"/>
                <a:gridCol w="233172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里程碑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基座 / 谱系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关键技术点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SWE-bench Verified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2025-04-16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CLI 开源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 agent;发布即 TS/Node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2025-05-16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云端 Codex 预览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codex-1 ← o3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RL 训练于真实编码任务;codex-mini ← o4-mini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72.1%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2025-09-15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GPT-5-Codex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← GPT-5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自适应「思考时间」;代码审查训练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74.5%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2025-11-19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GPT-5.1-Codex-Max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← 更新基座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compaction 跨上下文窗口;内部 24h+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76.5% / 77.9%(xhigh)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2026-01-14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GPT-5.2-Codex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← GPT-5.2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Terminal-Bench 2.0 新高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—(转向 SWE-Pro)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2026-02-05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GPT-5.3-Codex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统一编码+推理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约快 25%;与 Frontier 同日发布;附严格网络安全管控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~80% / Pro 56.8%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2026-04-23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首个重训基座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400K / API 1M 上下文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88.7%(厂商自报)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TECH 1/6 · TRAINING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技术深钻①:RL 训练方法论 —「人类风格的 PR」从何而来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本质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codex-1 是 o3 的后训练变体,用强化学习在「多环境的真实编码任务」上训练:写功能/加测试/调试/大规模重构/做代码审查。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奖励信号(可验证 + 偏好)—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①测试通过(可验证奖励,模型迭代跑测直到通过)②人类编码风格 ③PR/提交规范 ④指令遵从 ⑤代码审查偏好(由资深工程师对真实 OSS commit 的评审打分)。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「人类风格 PR」≠ 新架构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它是把输出对齐到上述奖励的结果:相比 o3,codex-1「产出更干净、可直接 review 的补丁」。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代码审查的可量化收益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GPT-5-Codex 的错误评审意见比 GPT-5 少约 70%(资深工程师在真实 commit 上评估);OpenAI 内部已让 Codex 在人类 reviewer 之前自动审查大多数变更。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营销 vs 机制(去噪)— </a:t>
            </a:r>
            <a:r>
              <a:rPr sz="13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「GPT-5.3-Codex 参与创造自己」= 工程师把早期 checkpoint 当工具用于调试训练/诊断 eval,而非自主自训练。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〔去噪〕</a:t>
            </a:r>
          </a:p>
          <a:p>
            <a:pPr lvl="1" algn="l"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未公开:奖励权重配比、审查 eval 的样本量/分母;MoE/稀疏激活仅为第三方推测,OpenAI 未披露。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TECH 2/6 · INFERENCE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技术深钻②:自适应推理 —「思考时间」如何按难度分配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两个头条数字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对最简单 10% 的对话,GPT-5-Codex 比 GPT-5 少用约 93.7% 的「思考」token;对最难 10%,思考/行动时长约为 2 倍。</a:t>
            </a:r>
            <a:r>
              <a:rPr sz="12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机制(关键澄清)— </a:t>
            </a:r>
            <a:r>
              <a:rPr sz="140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这是模型自身按任务复杂度「自调步」分配推理,而非 GPT-5 聊天产品里那个「快/慢模型实时路由器」。单模型自定推理 ≠ 系统级路由。</a:t>
            </a:r>
            <a:r>
              <a:rPr sz="12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推理档位外显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reasoning effort 以离散档暴露:low / medium / high;自 5.1-Codex-Max 起新增 xhigh(为最难的异步 agentic 任务/评测「想更久」)。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工程含义 — </a:t>
            </a: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简单回合省 token=降成本/提速;难题多花算力=提质量。这也解释了「Codex 在简单任务更省、在复杂任务更彻底」的口碑分裂。</a:t>
            </a:r>
          </a:p>
          <a:p>
            <a:pPr lvl="1" algn="l"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不确定:无法独立证实该模型内部「绝无路由」;各版本确切档位集合(none/minimal/…/xhigh)未完全锁定。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TECH 3/6 · LONG-HORIZON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技术深钻③:Compaction — 跨上下文窗口的长时程自主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定义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GPT-5.1-Codex-Max 是「首个原生训练以跨多个上下文窗口工作」的模型,通过 compaction 在单任务内连贯处理数百万 token;内部观察到 24h+ 自主迭代。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机制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接近窗口上限时,把关键状态(架构决策、测试失败、当前目标、文件位置)蒸馏成密集摘要带入新窗口,丢弃原始 token、保留状态,循环至完成。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原生 vs 脚手架(核心争议)— </a:t>
            </a:r>
            <a:r>
              <a:rPr sz="130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CLI 早就有「摘要再续」的 app 层 auto-compact;新意在于模型被训练于这些跨窗口轨迹,使摘要为「自己将来要用」而优化,并经 Responses API 一等公民暴露。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〔去噪〕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Harness 实测(badlogic / danielvaughan)—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CLI 触发阈≈ effective_window − 13k,effective = 窗口 − min(max_out, 20k);Claude Code 约 95% 容量才触发(常被诟病「太晚」),且额外保留最近 5 个文件。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标称 ≠ 实际 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GitHub issue 报告会话实际窗口与官方不符(如 GPT-5.5 报 258,400 vs 标称 400K),可能绕过 auto-compaction。把官方窗口当「名义值」。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TECH 4/6 · HARNESS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技术深钻④:Agent Harness 与工具循环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Agent 循环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组装历史 → 带工具调用模型 → 若有工具调用则在沙箱执行并回填 → 再查询 → 直到无工具调用的最终回复。一个「turn」可含多次模型/工具迭代。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五个核心工具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shell(在沙箱跑任意命令,读/写/搜文件即靠它)· apply_patch(结构化多文件 diff)· update_plan(维护 TODO/计划)· view_image · web_search(可并行)。工具三源:核心工具 + MCP + 迁移插件。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为何用 Rust 重写(2025-06,~96% Rust)—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①零依赖安装(去掉 Node 运行时)②原生安全绑定(沙箱已是 Rust)③长会话无 GC 停顿/堆膨胀、毫秒级启动(CI 并行起多 agent 关键)④语言无关线协议便于多语言扩展。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通信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经 OpenAI Responses API(parallel_tool_calls、tool_choice、reasoning 控制、流式事件);ToolRouter 在起进程前强制审批策略并选定沙箱。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非交互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exec PROMPT 跑到模型自判完成即退;hooks 可注入脚本做日志/提示扫描/工具调用校验。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TECH 5/6 · SANDBOX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技术深钻⑤:沙箱与安全架构 — OS 级强制隔离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双层模型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沙箱能力(OS 物理允许什么:read-only / workspace-write / danger-full-access)与 审批策略(何时暂停问人:on-request / on-failure / never)解耦。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macOS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Apple Seatbelt(sandbox-exec),默认 deny;允许 file-read*、写限于可写根;省略网络权限即默认拒网;.git/.codex/.agents 元数据受保护。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Linux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现以 bubblewrap(bwrap)为主做命名空间隔离 + PR_SET_NO_NEW_PRIVS + seccomp 网络过滤(挡 connect/bind/sendto 等、放行 AF_UNIX);Landlock+seccomp 为显式 legacy 回退(需内核 ≥5.13)。</a:t>
            </a:r>
            <a:r>
              <a:rPr sz="10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〔强(README 直读)〕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Windows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自研:弃用 AppContainer,采用「写限制令牌 + 合成 SID」(写须同时满足用户身份与受限 SID 列表);用 capability SID 授文件访问;以覆盖代理环境变量 + 桩可执行文件禁出网。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云端两阶段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setup 阶段有网(跑安装脚本、可见 secret)→ agent 阶段默认断网(secret 已移除),全程经 HTTP(S) 代理走 allowlist;改脚本/env/secret 即失效缓存。理由:防注入驱动的数据外泄、限爆炸半径。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TECH 6/6 · EXTENSIBILITY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技术深钻⑥:扩展性 — MCP、Symphony、子 agent、SDK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MCP 双向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作 client:config.toml 内 [mcp_servers.&lt;name&gt;] 声明,codex mcp add/list/remove 管理;作 server:codex mcp-server 跑 stdio JSON-RPC,客户端调 codex 工具即经 ThreadManager 起会话并流式回事件。per-tool 审批模式(auto/prompt/approve)。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Symphony(真实)—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开源的 Codex 编排规范,本质是一份 SPEC.md(问题/方案定义,非代码),交给编码 agent 物化成任意语言;把 issue tracker(如 Linear)连到 Codex,每任务从指派到 PR 自成闭环。</a:t>
            </a:r>
            <a:r>
              <a:rPr sz="10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内建子 agent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.agents/subagents/&lt;name&gt;.md 配置;编排含 spawn/路由/等待/收束;agents.max_depth 默认 1(直接子可派生,默认不再深嵌)。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AGENTS.md 分层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~/.codex 级 → 项目根至 cwd 逐级拼接(深者后置=胜出,近因偏置);AGENTS.override.md 在其层级「替换」而非追加;总量上限 project_doc_max_bytes(默认 32 KiB)。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SDK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TypeScript SDK 实为「包裹 codex CLI」(spawn 进程、JSONL over stdin/stdout):startThread/run/runStreamed、JSON-schema 结构化输出、~/.codex/sessions 持久化、resumeThread;原生 GitHub Actions。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BENCHMARKS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Benchmark 方法论:跑分背后的四个陷阱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陷阱① 分母 477 vs 500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SWE-bench Verified 是 500 例人工校验子集;OpenAI 早期只在能跑通的 477 例上报告,后改 500 例。跨模型对比必须核对分母。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陷阱② pass@1 是「4 次平均」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的 pass@1 对每例平均 4 次尝试(平滑,非真单发);且不把单测喂给模型。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陷阱③ harness/脚手架敏感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同模型换脚手架分数可差 5–15 分(例:Auggie 在同一 Opus 上比 Claude Code 多解 17/731);「agent 榜」≠「模型榜」。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陷阱④ 评测迁移 + 标称窗口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 年新模型主跑 SWE-bench Pro / Terminal-Bench 2.0,与早期 Verified 不可直接续比;且会话实际上下文常小于官方标称。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厂商 vs 独立 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GPT-5.5 的 88.7% 为 OpenAI 自报,独立 harness 仅 ~82.6%;GPT-5.3-Codex 的 Terminal-Bench 2.0 有 75.1% vs 77.3% 的来源冲突。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➔  </a:t>
            </a:r>
            <a:r>
              <a:rPr sz="11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结论:任何百分比都须绑「模型版本 + 日期 + 评测集 + harness + 推理档」。脱离上下文的「谁第一」基本无意义。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ARCHITECTURE COMPARISON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架构级对比:Codex vs Claude Code(编码 agent 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架构事实多为官方文档直读(高可信);compaction 差异据 badlogic 代码级独立研究 · Cursor=模型中立,可换各家但用不到专用 GPT-5-Codex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2287" y="1298448"/>
          <a:ext cx="11247120" cy="5340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846320"/>
                <a:gridCol w="4846320"/>
              </a:tblGrid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 Codex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 Claude Code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执行模型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云沙箱默认 + 本地 Rust CLI;并行容器 + git worktree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本地优先终端 agent;可见本机服务/DB/env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数据驻留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代码上传 OpenAI 基础设施(fire-and-forget 优)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默认本地执行(合规/隔离场景优)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上下文记忆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AGENTS.md;原生 compaction(模型级)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CLAUDE.md;~95% 才 compact + 保留 5 个近期文件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权限模型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 内核沙箱为主(Seatbelt/bwrap/令牌)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应用层权限引擎 + hooks 为主,OS 沙箱为辅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 agent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Workflow 并行编排,汇总单一结果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各子 agent 独立上下文 + 可路由廉价模型 + MEMORY.md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模型锁定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OpenAI(GPT-5.x-Codex)— 模型×harness 协同设计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Anthropic(Opus/Sonnet/Haiku)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技术擅场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A3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长时程、并行、可委派的自主执行 + token 节俭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0A3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交互式、多文件深推理 + 细粒度治理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FRONTIER 1/6 · OVERVIEW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OpenAI Frontier:从「聊天助手」到「可被管理的 AI 同事」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定义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2026-02-05 发布的企业级平台,用于构建/部署/管理能做「真实工作」的 AI agent(OpenAI 称之为 AI coworkers);与 GPT-5.3-Codex 同日发布。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一句话定位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介于「原始模型」与「业务应用」之间的平台层——被媒体框定为企业 AI agent 的「操作系统 / 控制平面 / 编排器」。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为何是现在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企业把 agent 投产时,缺的往往不是模型,而是「共享业务上下文 + 治理 + 持续改进」这套支撑;Frontier 把它们收进一个平台。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与 ChatGPT Enterprise 区分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Enterprise 是围绕聊天的「生产力产品」(约 $60/用户、150 席起);Frontier 面向「自主多步 agent 在生产环境规模化」,定价更高且定制。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战略野心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CFO Sarah Friar:企业收入已占 OpenAI 总营收 &gt;40%,目标年底约 50%、与消费持平,Frontier 是「载体」。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FRONTIER 2/6 · ARCHITECTURE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四大核心组件:把 agent「投产」所缺的拼图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据 VentureBeat / 多家媒体对官方表述的转述;openai.com 原文 WebFetch 受限,细节以官方页面为准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5349240" cy="22128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371600"/>
            <a:ext cx="5257800" cy="4572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37160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 业务上下文 · Business Context(语义层)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29384"/>
            <a:ext cx="4965192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连接 CRM / ERP / 工单 / 数仓 / 内部应用;统一权限与检索逻辑,成为『所有 AI coworker 都能引用』的企业语义层,让 agent 理解信息如何流动、决策在哪发生。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325880"/>
            <a:ext cx="5349240" cy="22128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8504" y="1371600"/>
            <a:ext cx="5257800" cy="457200"/>
          </a:xfrm>
          <a:prstGeom prst="rect">
            <a:avLst/>
          </a:prstGeom>
          <a:solidFill>
            <a:srgbClr val="0B7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37160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 Agent 执行 · Agent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929384"/>
            <a:ext cx="4965192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可推理、调工具、跑代码、处理文件,并从历史交互建立记忆;『开放的』agent 执行环境——兼容 OpenAI、企业自建及第三方 agent。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03320"/>
            <a:ext cx="5349240" cy="22128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3749040"/>
            <a:ext cx="5257800" cy="457200"/>
          </a:xfrm>
          <a:prstGeom prst="rect">
            <a:avLst/>
          </a:prstGeom>
          <a:solidFill>
            <a:srgbClr val="2B5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74904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 评估与优化 · Evaluation &amp;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306824"/>
            <a:ext cx="4965192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内建反馈回路,让 agent 表现对人类管理者透明,清晰显示『什么有效、什么需打磨』,随时间持续改进——如同对员工做绩效复盘。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703320"/>
            <a:ext cx="5349240" cy="22128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3749040"/>
            <a:ext cx="5257800" cy="457200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74904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 安全与治理 · Security &amp;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306824"/>
            <a:ext cx="4965192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身份管理、权限、合规与审计为『一等公民』;agent 自主访问数据须有清晰边界与可审计的动作,确保在限定范围内运行。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99846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要点:Frontier 不取代 AgentKit / Agents SDK / API,而是把『上下文 + 执行 + 评估』收进同一平台,减少企业拼装多套系统的负担。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FRONTIER 3/6 · OPERATING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运营心智模型:像招募与管理「员工」一样管理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设计起点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借鉴企业「如何规模化人」:建立入职流程、传授制度知识与内部语言、允许在实践中学习、用反馈提升表现、授予恰当系统权限并设边界——AI coworker 需要同样这些。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入职(Onboarding)—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agent 被「入职」:学习机构知识、内部术语与流程,并获授「正确的工具与系统」访问。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在岗学习 + 反馈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内建评估让「什么是高质量」对 agent 可学习;表现对人类管理者透明,可针对「对组织最重要的任务」做定向改进。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权限与边界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明确「能做 / 不能做」,与企业身份系统打通,行为可审计。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分析含义 — </a:t>
            </a:r>
            <a:r>
              <a:rPr sz="135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这把 agent 从「一次性脚本」升级为「可治理、可问责、可改进的数字员工」,也是 Frontier 区别于「裸 API / 框架」的叙事核心与销售抓手。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〔分析〕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FRONTIER 4/6 · OPENNESS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开放性与多供应商:既要「控制平面」,又不锁死模型?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多供应商兼容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Frontier 兼容 OpenAI 自建 agent、企业自建 agent,以及第三方(Google / Microsoft / Anthropic)agent——主打「开放的 agent 执行环境」。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与现有工具关系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不取代 AgentKit(Agent Builder · Connector Registry · ChatKit)/ Agents SDK / API;而是把「上下文 + 执行 + 评估」统一进一个平台。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连接器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主流 CRM / 工单 / 数仓 / 内部应用有预建集成;自有/专有系统经 API/SDK 接入。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中立悖论(分析)— </a:t>
            </a:r>
            <a:r>
              <a:rPr sz="13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OpenAI 宣称跨平台中立,但 Frontier 与自家 GPT-5.x 深度绑定;批评者问:为何把「工作流自动化平台」绑死在「你的 LLM 供应商」上?→ 主张「LLM 中立的控制平面」。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执行风险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中立究竟减少摩擦、还是「又一个要被理顺的平台」,取决于集成深度、运营简洁度与生态规模。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FRONTIER 5/6 · EVIDENCE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早期客户与「成效」:信号强,但口径需谨慎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早期客户(多源一致)—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Uber · State Farm · Intuit · Thermo Fisher Scientific;部分报道另列 HP · Oracle。先向少量客户限量开放,「未来数月」逐步放开。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〔强(核心名单)〕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成效宣称(OpenAI 自报,单一来源,无第三方审计)— </a:t>
            </a:r>
            <a:r>
              <a:rPr sz="13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某制造商把「生产优化」从 6 周缩到 1 天;某能源企业产出提升最高 5%,「增收超十亿美元」。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〔中-弱〕</a:t>
            </a:r>
          </a:p>
          <a:p>
            <a:pPr lvl="1"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⚠  </a:t>
            </a:r>
            <a:r>
              <a:rPr sz="11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解读:这些是厂商精选案例(cherry-picked),服务于「企业机会规模」叙事;方向性可参考,不可当审计后的基准。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定价 / 可用性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未公开,定制报价,引导联系销售;据报高于 ChatGPT Enterprise。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lvl="1"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待核实:成效的分母 / 基线 / 可复现性;客户是「已投产」还是「试点」;GA 时间表与席位门槛。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FRONTIER 6/6 · STRATEGY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商业逻辑:与 SaaS「正面相撞」的企业收入引擎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收入转向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企业收入已占 OpenAI 总营收 &gt;40%,目标年底约 50%、与消费持平;Frontier 被定位为这一目标的「载体」。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与 SaaS 的碰撞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分析普遍认为 Frontier 把 OpenAI 推上与 Salesforce / ServiceNow / Workday 乃至「最亲密伙伴」Microsoft 正面竞争的轨道——agent 直接在「系统记录」上干活,可能侵蚀传统 SaaS「人坐在 UI 前操作」的价值。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「拥有企业 agent 栈」—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媒体框定:OpenAI 想从模型一路向上「拥有」编排层(Frontier)+ 超级应用(ChatGPT + Codex),贯通建模到分发。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软肋 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OpenAI 缺少在位者多年的「行业 know-how + 企业销售 / 合规」积累;复杂度越高,越吃领域经验。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安全门槛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必须证明能「保护 agent(而非仅 API 调用)」、对接客户身份体系并支撑 agentic 工作负载,才能赢得受监管行业。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SYNTHESIS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 × Frontier:同一 Agent 战略的「纵深」与「横向」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同源同日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2026-02-05,GPT-5.3-Codex 与 Frontier 同日发布,是协调的「agent 攻势」一体两面,而非孤立产品。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纵深(Codex)—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把「软件工程」这一个垂直做到极致:模型×harness×沙箱三位一体的自主编码 coworker;回答「单个 agent 能多强」。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横向(Frontier)—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把 agent 推广到「所有职能」,补齐上下文 / 治理 / 评估,让它们可被企业像员工一样管理;回答「一群 agent 如何在企业里安全协作」。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衔接点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GPT-5.3-Codex 作为复杂 agentic 推理引擎,可驱动 Frontier 上更复杂的 agent 操作;Codex 式「编码 coworker」可作为 Frontier 治理下的一类 agent 被部署、监控与评估。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一句话 — </a:t>
            </a:r>
            <a:r>
              <a:rPr sz="135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两条战线共同把竞争从「单轮代码质量」推向「企业级 agent 操作系统」——谁能把『强单体 agent』与『可治理的 agent 群』同时做好,谁赢下一阶段。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〔分析〕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ENTERPRISE COMPETITION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 Agent 平台之争:Frontier vs 在位者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命名提醒:Microsoft 亦有「Frontier Suite」,与 OpenAI Frontier 同名不同物 · 市场普遍列五大竞争者:Frontier / Agentforce / watsonx Orchestrate / Copilot Studio / Snowflake Cortex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247" y="1325880"/>
          <a:ext cx="1188720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383280"/>
                <a:gridCol w="2834640"/>
                <a:gridCol w="2926080"/>
              </a:tblGrid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归属 / 定位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锁定 / 软肋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 Frontier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OpenAI;多供应商「控制平面」+ 语义层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A3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顶尖模型 + 中立叙事 + 治理一等公民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企业经验浅;与自家 LLM 深绑的中立悖论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Salesforce Agentforce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Salesforce;2024 秋 GA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部署面最广、最贴近 CRM 业务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 Reasoning Engine 编排锁定最紧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 Copilot Studio / Frontier Suite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Microsoft;M365 E7($99/用户,5/1 GA)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分发与采购优势、深植 M365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OpenAI 既合作又竞争;名称撞名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IBM watsonx Orchestrate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IBM;受监管行业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 / 合规与混合部署见长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模型前沿性与生态偏弱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Snowflake Cortex / ServiceNow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 / 工作流就近编排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贴近数仓 / ITSM 工作流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跨域通用性有限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CODING-TOOL LANDSCAPE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竞争格局(编码工具层):三王分治 + 多工具叠用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三个「第一」按口径划分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Copilot 赢用户基数(~470 万付费);Cursor 赢营收(~$2B ARR,传 $50B 估值);Claude Code 赢满意度/口碑(JetBrains 2026 调查最受欢迎,CSAT 91%)。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JetBrains 2026 调查(&gt;1 万开发者)—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职场采用率 Copilot ~29% / Cursor ~18% / Claude Code ~18%;Claude Code 一年内从 3% 增至 18%(6x)。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叠用成常态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~70% 工程师同时用 2–4 个 AI 编码工具;创业公司偏 Claude Code(~75%),万人以上大厂偏 Copilot(~56%,采购/分发优势)。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格局剧变(2026)—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微软与 OpenAI 结束独家绑定(~4 月),Copilot 转多模型(接 OpenAI+Anthropic+自研 MAI/Polaris);Google 下线 Gemini CLI 转 Antigravity(5 月);Windsurf 更名 Devin Desktop(6 月)。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lvl="1"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➔  </a:t>
            </a:r>
            <a:r>
              <a:rPr sz="115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注意:此为「编码工具层」之争;企业 agent 平台层(Frontier vs Agentforce 等)见上一页,两层不可混为一谈。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BUSINESS &amp; STRATEGY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 商业与市场策略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定价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捆绑 Plus/Pro/Business/Enterprise/Edu,不单售;2026-04-02 由按消息改按 token 信用计费(社区不满导火索之一)。登录态走套餐额度,切 API-key 则按 API 单价。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采用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周活 200 万(3 月)→ 400 万(4.21)→ 500 万+(6 月),~20% 非开发者;OpenAI 内部用 Codex 的工程师从 &lt;50% 升至 &gt;90%,PR 量 +~70%。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〔中(自报)〕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营收战略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编码是 LLM 最高价值变现场景(有分析称占企业生成式 AI 用量约半);The Information 称 OpenAI 2026 Q1 营收近 $60 亿、季度领先 Anthropic ~$10 亿。Claude Code 据报 &gt;$2.5B 年化,是对标标尺。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Windsurf 始末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拟 ~$30 亿收购 → 2025-07-11 因(据报)与微软 IP 摩擦告吹 → Google 以 ~$24 亿「逆向收编」CEO 等核心 → 余下由 Cognition(Devin)接手。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争议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GPT-5.3-Codex 罕见附严格管控(称或首次「足以放大现实网络危害」);2026-06 冒充 Codex 的恶意 npm 包窃 token;2025 末 GitHub token 泄露漏洞(已修)。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DEVELOPER VOICE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 开发者实践与口碑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被称赞 — </a:t>
            </a:r>
            <a:r>
              <a:rPr sz="1300" b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彻底/全面(不止改目标函数,连带修调用方、统一日志、标记弃用);「委派—回看」异步流(早上排 3–5 个任务,回来已有审好的 PR);干净 diff;自动 PR 审查。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被吐槽 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沙箱默认无网阻断装依赖;2026-04 转 token 计费后限流抱怨集中爆发(「5 小时额度一小时用光」);容器内跑测试偏慢;默认过度工程;不能手动选模型。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口碑拐点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GPT-5-Codex(2025-09)是关键转折:Builder.io 测得用户评分高出替代品约 40%。但成因有争议——是 Codex 真变强,还是 Claude Code 同期「被阉割/harness 变怪」,两种叙事并存。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当前共识:双持(dual-wield)— </a:t>
            </a:r>
            <a:r>
              <a:rPr sz="130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Codex 做后端/重测试/重构与「可辩护的 diff」;Claude Code 做 UI/探索式规划/自主部署。「问题不是谁更聪明,而是你在哪种工作流里。」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最佳实践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用好 AGENTS.md(含测试命令)· prompt 显式约束范围以抑过度工程 · 合理设审批档(--full-auto 常为平衡点)· 用子 agent/REQUIREMENTS.md 做结构化交接。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KEY JUDGMENTS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核心判断(分析层)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护城河在「模型×harness 协同设计」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GPT-5.x-Codex 与其 agent 循环共同 RL 调优,带来更紧的工具使用与 token 效率;代价是 OpenAI 模型锁定。Cursor/Copilot 以可移植性换取这种垂直整合。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Frontier 的赌注是「治理与上下文」而非模型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企业把 agent 投产的瓶颈在权限/审计/共享上下文/持续评估;Frontier 把这些做成一等公民——若兑现,护城河来自「企业系统集成深度」,而非单纯模型领先。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长时程自主 + 企业编排是新战线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的 compaction/24h+ 与 Frontier 的多 agent 治理,把竞争从「单轮代码质量」推向「跨窗口状态管理 + 企业级 agent 编排」。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成熟度的反面是攻击面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Slack/SDK/插件 + 企业系统记录的自主访问,提升渗透的同时带来供应链、OAuth/身份、数据外泄等新安全面——企业采用须纳入评估。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认知风险:别被「谁第一」与「撞名」带偏 — </a:t>
            </a:r>
            <a:r>
              <a:rPr sz="130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品牌跨三代、版本月月变、跑分口径混乱,且『OpenAI Frontier』≠『Microsoft Frontier Suite』;务实做法是按工作流与治理需求组合工具。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RECOMMENDATIONS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选型建议:按场景对号入座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基于本次研究的工程事实与社区共识综合;非厂商背书 · Frontier 为早期访问、定价未公开,落地前须验证集成深度与合规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2287" y="1371600"/>
          <a:ext cx="112471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377440"/>
                <a:gridCol w="484632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你的场景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首选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理由</a:t>
                      </a:r>
                    </a:p>
                  </a:txBody>
                  <a:tcPr anchor="ctr" marL="64008" marR="45720" marT="18288" marB="18288">
                    <a:solidFill>
                      <a:srgbClr val="0E14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异步委派 / 并行批量 / CI 自动化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A3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Codex(云)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隔离容器 + worktree + best-of-N;免审批自主更可控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数据敏感 / 隔离网 / 强合规(编码)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7A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Code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本地优先执行 + 应用层细粒度权限 + hooks 治理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长时程自主重构 / 长任务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A37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Codex(5.1-Max+)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compaction 跨窗口,24h+ 连贯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跨职能 agent 投产 + 治理/审计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B59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 Frontier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共享业务上下文 + 评估 + 权限/审计一等公民(早期访问)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已重度绑定某 SaaS 生态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Agentforce / Copilot Studio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贴近 CRM / M365 业务与采购;但编排锁定更紧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务实团队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双持 + 平台中立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Codex/Claude 跑编码;Frontier/在位者按生态选编排层</a:t>
                      </a:r>
                    </a:p>
                  </a:txBody>
                  <a:tcPr anchor="ctr" marL="64008" marR="45720" marT="18288" marB="18288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FRONTIER · RISKS &amp; VERIFICATION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Frontier 风险与待核验项(诚实披露)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与 Codex 风险页(下一页)并读 · 标记:✗ 已剔除 / ~ 已降级 / ○ 存疑 / ⚠ 易错点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⚠ 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名称撞名(易错点)—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Microsoft「Frontier Suite」(M365 E7,$99/用户)与 OpenAI Frontier 同名不同物;引用务必区分厂商,否则结论张冠李戴。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✗  </a:t>
            </a:r>
            <a:r>
              <a:rPr sz="13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疑似虚构来源(已剔除)— </a:t>
            </a:r>
            <a:r>
              <a:rPr sz="1300" b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网传「Frontier Alliance / DeployCo / Codex Labs」等名目仅见于单一非权威页面,与官方命名不符,判为不可信(与此前『Codex 2.0/Orchestrator』同类模式)。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~ 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成效未经审计(已降级)— </a:t>
            </a:r>
            <a:r>
              <a:rPr sz="130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「6 周→1 天」「+5% 产出 / 增收十亿」均为 OpenAI 自报、单一来源,无第三方核验;按厂商精选案例对待。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3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中立悖论(存疑)— </a:t>
            </a: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「LLM 中立的控制平面」与「深绑 GPT-5.x」存在张力;真实中立程度取决于第三方 agent/连接器的集成深度,尚待观察。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3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信息时效(限制)— </a:t>
            </a: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openai.com / 主流媒体 WebFetch 全程 403,Frontier 结论基于多源搜索摘要交叉验证;定价 / GA 时间 / 客户名单请以 openai.com/business/frontier 与官方 system card 为准。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CODEX · RISKS &amp; UNCERTAINTIES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 风险与不确定性(诚实披露)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✗  </a:t>
            </a:r>
            <a:r>
              <a: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已证伪(剔除)— </a:t>
            </a:r>
            <a:r>
              <a:rPr sz="1350" b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「Codex 2.0 / Orchestrator / SafeDeploy / OpenRepo」单一来源虚构,与官方命名矛盾。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~  </a:t>
            </a: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已降级(传闻)— </a:t>
            </a:r>
            <a:r>
              <a:rPr sz="1350" b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「4x token 效率」为 n=1 博客且含产出质量混淆;「88.7% SWE-bench」为厂商自报(独立 ~82.6%)。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3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机制存疑 — </a:t>
            </a: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GPT-5-Codex 是否「绝无内部路由」无法证实;compaction 是否「不止于训练版摘要再续」未完全公开;MoE/稀疏激活仅第三方推测。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3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数据口径 — </a:t>
            </a: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周活/营收多为 OpenAI 自报或单一媒体(The Information),无第三方审计;标称上下文 ≠ 会话实际上下文。</a:t>
            </a:r>
          </a:p>
          <a:p>
            <a:pPr lvl="1" algn="l">
              <a:spcBef>
                <a:spcPts val="0"/>
              </a:spcBef>
              <a:spcAft>
                <a:spcPts val="1200"/>
              </a:spcAft>
            </a:pPr>
            <a:r>
              <a:rPr sz="1150" b="0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➔  </a:t>
            </a:r>
            <a:r>
              <a:rPr sz="11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建议:正式引用前对照官方 system card PDF 与 developers.openai.com/codex 原文核对确切数字与日期。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SOURCES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主要来源(节选)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完整 URL 见随附报告;以下为各维度最权威/最具价值来源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官方(Codex)— </a:t>
            </a: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introducing-codex · introducing-upgrades-to-codex · gpt-5-1-codex-max(+system card)· introducing-gpt-5-3-codex · introducing-gpt-5-5 · codex-now-generally-available · building-codex-windows-sandbox · developers.openai.com/codex/*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OpenAI 官方(Frontier / 企业)— </a:t>
            </a: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introducing-openai-frontier · openai.com/business/frontier · next-phase-of-enterprise-ai · introducing-agentkit · a-business-that-scales-with-the-value-of-intelligence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媒体 / 分析(Frontier)— </a:t>
            </a: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TechCrunch · CNBC · Fortune · VentureBeat · Computerworld · InfoQ · SiliconANGLE(Frontier + GPT-5.3-Codex 同日)· Constellation Research · Futurum · artificialintelligence-news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Codex 技术 / 一手 — </a:t>
            </a: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github.com/openai/codex(codex-rs / linux-sandbox README)· cdn.openai.com system card · simonwillison.net · infoq.com · badlogic gist(compaction)· swebench.com / epoch.ai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竞争 / 市场 — </a:t>
            </a: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JetBrains Research 2026 · The Information(Q1 营收)· softwareseni / smartbridge(平台对比)· devin.ai(Windsurf→Devin)· Google Developers Blog(Antigravity)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✔  </a:t>
            </a:r>
            <a:r>
              <a:rPr sz="1150" b="1">
                <a:solidFill>
                  <a:srgbClr val="10A37F"/>
                </a:solidFill>
                <a:latin typeface="Microsoft YaHei"/>
                <a:ea typeface="Microsoft YaHei"/>
                <a:cs typeface="Microsoft YaHei"/>
              </a:rPr>
              <a:t>研究方式:多路并行检索 + 对抗式核验(2/3 证伪即剔除);可信度全程分层标注;本次 WebFetch 受限,以搜索摘要交叉验证为主。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