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2191695" cy="4445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76200" cy="512064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00584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ARCHITECTURE · MECHANISM　|　GenericAgent 技术洞察（1/2）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极简架构：~100 行循环驱动 9 原子工具，五层记忆支撑「任务即技能」的自进化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15568"/>
            <a:ext cx="3703320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150" cy="4023360"/>
          </a:xfrm>
          <a:prstGeom prst="rect">
            <a:avLst/>
          </a:prstGeom>
          <a:solidFill>
            <a:srgbClr val="12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8"/>
            <a:ext cx="3465576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执行循环  Agent Loop (~100 行)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① 调 LLM（消息历史 + 工具 schema）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② 解析响应中的 tool calls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③ dispatch → do_{tool} 分发执行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④ 生成器 yield，exhaust 排空回收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⑤ 合并各工具 next_prompt 拼下一轮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⑥ 追加 user 消息，循环至 should_exit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机制：流式输出 + 生命周期 Hook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机制：正则后处理压缩冗长代码块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自进化：成功路径蒸馏为 Skill/SOP，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相似任务下一次「一行直接复用」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115568"/>
            <a:ext cx="3703320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4528" y="1115568"/>
            <a:ext cx="57150" cy="402336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207008"/>
            <a:ext cx="3465576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九大原子工具  Atomic Tools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code_run — 执行任意 Python/PowerShell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file_read / file_write / file_patch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web_scan — 感知解析网页内容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web_execute_js — JS 控真实浏览器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ask_user — 人在环路确认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update_working_checkpoint — 短期记忆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start_long_term_update — 蒸馏持久记忆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核心：以 code_run「现写脚本」取代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数百专用工具 → 工具极少、能力极广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TMWebDriver：WS 服务+Chrome 扩展注入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真实会话，过 SannySoft/FingerprintJS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115568"/>
            <a:ext cx="3749039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115568"/>
            <a:ext cx="57150" cy="402336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207008"/>
            <a:ext cx="3511295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五层结晶式记忆  5-Layer Memory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L0 元规则 — 行为约束/系统红线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L1 洞察索引 — 快速路由与召回入口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L2 全局事实 — 跨任务稳定知识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L3 任务技能/SOP — 可复用工作流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L4 会话归档 — 蒸馏长程记录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效果：分层「浓缩」记忆优于冗余堆叠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与纯向量检索，降噪并保住可复用经验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规模：~3K 行种子代码 / ~30K 上下文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栈：Python3.11–3.12 · requests · bs4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bottle · aiohttp，无 Playwright/LangChain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285232"/>
            <a:ext cx="12191695" cy="1572768"/>
          </a:xfrm>
          <a:prstGeom prst="rect">
            <a:avLst/>
          </a:prstGeom>
          <a:solidFill>
            <a:srgbClr val="10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85232"/>
            <a:ext cx="12191695" cy="381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11338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▍观点 · 架构评析</a:t>
            </a: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　以 code_run 为「元工具」现写脚本，把工具空间从 N 个专用接口压成「图灵完备 + 9 原语」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5856"/>
            <a:ext cx="11338560" cy="10789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本质是把组合爆炸交给 LLM 推理而非工程预置，代价是强依赖模型代码能力与安全沙箱。五层记忆把「提示工程」升级为可持久化的</a:t>
            </a:r>
            <a:r>
              <a:rPr sz="105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状态机</a:t>
            </a: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，其中 L1 索引的召回质量是系统上限的真正瓶颈。</a:t>
            </a:r>
            <a:r>
              <a:rPr sz="105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对 openJiuwen 的借鉴：</a:t>
            </a: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走「薄工具 + 厚记忆」路线，把可复用经验沉淀为 SOP 而非堆工具；优先建好记忆分层与召回索引，再谈工具扩展。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2191695" cy="4445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76200" cy="512064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00584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VALUE · EVALUATION · INSIGHT　|　GenericAgent 技术洞察（2/2）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差异化与评测：30K 上下文 + ~6× 更低 token，真实浏览器构筑反检测护城河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15568"/>
            <a:ext cx="3703320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150" cy="402336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8"/>
            <a:ext cx="3465576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四大差异化亮点  Differentiators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Token 效率：~30K vs 对手 200K–1M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降噪/降幻觉/降成本，约 6× 更省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真实浏览器：注入真实 Chrome 会话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保登录态/Cookie/指纹，反检测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自进化：任务结晶 Skill，越用越强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无需人工干预，形成个性化技能树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跨平台跨模型：Claude/Gemini/Kimi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　/MiniMax · Win/macOS/Linux</a:t>
            </a:r>
          </a:p>
          <a:p>
            <a:pPr algn="l">
              <a:lnSpc>
                <a:spcPct val="120000"/>
              </a:lnSpc>
              <a:spcAft>
                <a:spcPts val="250"/>
              </a:spcAft>
            </a:pPr>
            <a:r>
              <a:rPr sz="90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仓库自身由 Agent 自举完成（含 commit）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115568"/>
            <a:ext cx="3703320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4528" y="1115568"/>
            <a:ext cx="57150" cy="4023360"/>
          </a:xfrm>
          <a:prstGeom prst="rect">
            <a:avLst/>
          </a:prstGeom>
          <a:solidFill>
            <a:srgbClr val="12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207008"/>
            <a:ext cx="3465576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五维评测 &amp; 对比标杆  Evaluation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① 任务完成 &amp; Token 效率（约 6×↓）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② 工具使用效率：原子集 &gt; 专用堆叠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③ 记忆有效性：分层浓缩 &gt; 向量检索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④ 自进化：经验蒸馏为可复用 SOP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⑤ 网页浏览：极简下仍具开放网络韧性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———— 对比 Claude Code / OpenClaw ————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代码体量：3K 行  vs  530K 行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上下文：~30K  vs  200K–1M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125E8C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Token 消耗：约 6× 更低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115568"/>
            <a:ext cx="3749039" cy="4023360"/>
          </a:xfrm>
          <a:prstGeom prst="round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115568"/>
            <a:ext cx="57150" cy="402336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207008"/>
            <a:ext cx="3511295" cy="3877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1250" b="1">
                <a:solidFill>
                  <a:srgbClr val="0B2A42"/>
                </a:solidFill>
                <a:latin typeface="Microsoft YaHei"/>
                <a:ea typeface="Microsoft YaHei"/>
                <a:cs typeface="Microsoft YaHei"/>
              </a:rPr>
              <a:t>优势 / 风险速览  SWOT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＋ 信息密度高、成本/幻觉双低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＋ 自进化沉淀复用经验为个人资产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＋ 真实浏览器=反检测护城河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＋ 依赖极少、部署轻、可商用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1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－ code_run 任意执行=高权限风险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－ 强依赖模型推理质量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－ 记忆漂移/污染需治理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－ 评测多为自报，缺第三方基准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－ 自进化结果可复现性存疑</a:t>
            </a:r>
          </a:p>
          <a:p>
            <a:pPr algn="l">
              <a:lnSpc>
                <a:spcPct val="122000"/>
              </a:lnSpc>
              <a:spcAft>
                <a:spcPts val="250"/>
              </a:spcAft>
            </a:pPr>
            <a:r>
              <a:rPr sz="90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sz="969" b="0">
                <a:solidFill>
                  <a:srgbClr val="1A2433"/>
                </a:solidFill>
                <a:latin typeface="Microsoft YaHei"/>
                <a:ea typeface="Microsoft YaHei"/>
                <a:cs typeface="Microsoft YaHei"/>
              </a:rPr>
              <a:t>维护压力：65+ PR / 76 Issues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285232"/>
            <a:ext cx="12191695" cy="1572768"/>
          </a:xfrm>
          <a:prstGeom prst="rect">
            <a:avLst/>
          </a:prstGeom>
          <a:solidFill>
            <a:srgbClr val="10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85232"/>
            <a:ext cx="12191695" cy="381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11338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▍观点 · 价值评析 &amp; 对 openJiuwen 的借鉴意义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5856"/>
            <a:ext cx="11338560" cy="10789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30K 上下文并非省钱噱头，而是用「信息密度」换「信噪比」——更短上下文直接降低注意力稀释与幻觉，是成功率的</a:t>
            </a:r>
            <a:r>
              <a:rPr sz="1050" b="1">
                <a:solidFill>
                  <a:srgbClr val="00B3A4"/>
                </a:solidFill>
                <a:latin typeface="Microsoft YaHei"/>
                <a:ea typeface="Microsoft YaHei"/>
                <a:cs typeface="Microsoft YaHei"/>
              </a:rPr>
              <a:t>因而非果</a:t>
            </a: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；真实浏览器注入以合规/安全换反检测，是落地差异点也是最大合规风险。</a:t>
            </a:r>
            <a:r>
              <a:rPr sz="1050" b="1">
                <a:solidFill>
                  <a:srgbClr val="FF7A33"/>
                </a:solidFill>
                <a:latin typeface="Microsoft YaHei"/>
                <a:ea typeface="Microsoft YaHei"/>
                <a:cs typeface="Microsoft YaHei"/>
              </a:rPr>
              <a:t>借鉴：</a:t>
            </a:r>
            <a:r>
              <a:rPr sz="1050" b="0">
                <a:solidFill>
                  <a:srgbClr val="D5DFE8"/>
                </a:solidFill>
                <a:latin typeface="Microsoft YaHei"/>
                <a:ea typeface="Microsoft YaHei"/>
                <a:cs typeface="Microsoft YaHei"/>
              </a:rPr>
              <a:t>可移植「任务→结晶 Skill」闭环 + 分层记忆，但须配套权限沙箱、记忆审计与第三方基准——否则高权限执行与自报评测会成为规模化前的硬伤。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