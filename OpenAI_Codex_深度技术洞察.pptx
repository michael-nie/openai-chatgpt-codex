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445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OpenAI CODEX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深度技术洞察分析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Product · Architecture · Competition · Strategy · Developer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产品形态 · 模型与训练机制 · Agent Harness 与沙箱 · Benchmark 方法论 · 架构级竞品对比 · 商业与口碑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2026 年 6 月   |   5 路并行检索 + 3 路对抗式核验(2/3 证伪即剔除)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方法学提示:本次环境 WebFetch 全程受限,结论基于权威页面的搜索摘要并经多源交叉验证;2026 年数据超模型知识截止,引用前建议对照官方 system card。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执行摘要:五个核心洞察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品牌是三代复用,切勿混淆 — </a:t>
            </a: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2021 初代模型(驱动 Copilot,API 已于 2023-03-23 关停)≠ 2025 重启的「云 + CLI + IDE」自主软件工程 agent。本报告聚焦后者。</a:t>
            </a:r>
            <a:r>
              <a:rPr sz="12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技术主线凶猛迭代 — </a:t>
            </a: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codex-1(o3)→ GPT-5-Codex → 5.1-Codex-Max(compaction / 24h+)→ 5.2 / 5.3 → 5.5;能力从「结对」走向「长时程自主 + 多 agent 编排」。</a:t>
            </a:r>
            <a:r>
              <a:rPr sz="12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真正壁垒是「模型×harness×沙箱」三位一体 — </a:t>
            </a: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RL 让模型与 agent 循环协同设计;Rust harness 五工具循环走 Responses API;OS 内核级沙箱使「免审批自主」可控。这是 Codex 的工程内核。</a:t>
            </a:r>
            <a:r>
              <a:rPr sz="12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商业上已成增长引擎 — </a:t>
            </a: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据 The Information,2026 Q1 OpenAI 营收近 $60 亿「受 Codex 推动」,季度领先 Anthropic ~$10 亿;周活 200 万 → 500 万+(~20% 为非开发者)。</a:t>
            </a:r>
            <a:r>
              <a:rPr sz="12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格局是「三王分治 + 多工具叠用」 — </a:t>
            </a: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Copilot 赢用户基数、Cursor 赢营收(~$2B ARR)、Claude Code 赢口碑;Codex 差异化=长时程沙箱自主 + 顶尖跑分,软肋=锁定 OpenAI 模型。共识是「双持」而非二选一。</a:t>
            </a:r>
            <a:r>
              <a:rPr sz="12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lvl="1" algn="l">
              <a:spcBef>
                <a:spcPts val="0"/>
              </a:spcBef>
              <a:spcAft>
                <a:spcPts val="1300"/>
              </a:spcAft>
            </a:pPr>
            <a:r>
              <a:rPr sz="12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⚠  </a:t>
            </a:r>
            <a:r>
              <a:rPr sz="12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关键风险:版本/跑分极易张冠李戴,任何能力数字都须绑定「模型版本 + 日期 + 评测 harness」才有意义。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METHODOLOGY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研究方法与可信度框架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将问题拆为 5 个角度并行检索 → 去重抓取 → 对每条关键论断做 3 票对抗式核验(2/3 证伪即剔除)→ 按可信度排序综合。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可信度分层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强(官方 + 多源交叉);中(单一媒体或 OpenAI 自报、无第三方审计);弱(已剔除或降级处理)。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✗  </a:t>
            </a:r>
            <a:r>
              <a:rPr sz="1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核验结果:已证伪并剔除</a:t>
            </a:r>
          </a:p>
          <a:p>
            <a:pPr lvl="2"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「Codex 2.0 / Orchestrator / SafeDeploy / OpenRepo」 — 仅单一来源(windowsnews.ai),与 OpenAI 实际命名(Symphony、subagents)矛盾,判为不实。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~  </a:t>
            </a:r>
            <a:r>
              <a:rPr sz="1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核验结果:已降级为传闻</a:t>
            </a:r>
          </a:p>
          <a:p>
            <a:pPr lvl="2"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「Codex 比 Claude Code 省 4x token」 — 源自单次 Figma-to-code 测试(1.5M vs 6.2M),n=1 且含「产出质量不同」的混淆;方向或成立,非严谨基准。</a:t>
            </a:r>
          </a:p>
          <a:p>
            <a:pPr lvl="2"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「GPT-5.5 SWE-bench 88.7%」为 OpenAI 自报;独立 harness 仅 ~82.6%。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核心限制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本次 WebFetch 对 openai.com/主流媒体全程 403,结论基于搜索摘要(GitHub 部分 README、badlogic compaction 研究可直读);2026 年项超知识截止(2026-01)。发布前建议对照原始 system card PDF。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〔重要〕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产品形态全景:一个 agent,六个入口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多端形态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云端 agent(chatgpt.com/codex)· Codex CLI(开源 Apache-2.0,Rust)· VS Code/IDE 扩展 · 桌面 App · GitHub 集成 · Slack · iOS 移动端(2026-05)。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三种交互范式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CLI 重隐私/控制与 CI/CD;IDE 在编辑器内最小干扰;云端做异步、并行、可委派的多文件任务。2026 主流是「混合」:App 作指挥中心规划/审查 + CLI/IDE 本地落地。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关键特性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审批模式 × 沙箱模式 双层安全;AGENTS.md 项目指令(分层覆盖);MCP(既是 client 又是 server);PR 代码审查(仅报 P0/P1);子 agent 并行编排。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计费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不单独售卖,捆绑进 Plus($20)/Pro($200)/Business/Enterprise/Edu;2026-04-02 由「按消息」改为「按 token」信用计费。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规模(截至 2026-06)—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周活 500 万+,其中 ~20% 为非开发者(分析/市场/运营),非开发者增速约为工程师的 3 倍。</a:t>
            </a:r>
            <a:r>
              <a:rPr sz="12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MODEL LINEAGE &amp; TIMELINE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模型谱系与演进时间线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谱系:Codex 模型均为基座推理模型的后训练变体,非独立架构 · 2025-09 数字为强证据;2026 项依赖检索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5127" y="1298448"/>
          <a:ext cx="1152144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57400"/>
                <a:gridCol w="2011680"/>
                <a:gridCol w="3657600"/>
                <a:gridCol w="23317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里程碑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基座 / 谱系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关键技术点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SWE-bench Verified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2025-04-16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CLI 开源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 agent;发布即 TS/Node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2025-05-16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云端 Codex 预览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codex-1 ← o3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RL 训练于真实编码任务;codex-mini ← o4-mini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72.1%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2025-09-15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GPT-5-Codex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← GPT-5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自适应「思考时间」;代码审查训练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74.5%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2025-11-19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GPT-5.1-Codex-Max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← 更新基座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compaction 跨上下文窗口;内部 24h+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76.5% / 77.9%(xhigh)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2026-01-14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GPT-5.2-Codex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← GPT-5.2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Terminal-Bench 2.0 新高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—(转向 SWE-Pro)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2026-02-05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GPT-5.3-Codex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统一编码+推理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约快 25%;附严格网络安全管控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~80% / Pro 56.8%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2026-04-23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首个重训基座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400K / API 1M 上下文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88.7%(厂商自报)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TECH DEEP-DIVE 1/6 · TRAINING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技术深钻①:RL 训练方法论 —「人类风格的 PR」从何而来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本质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codex-1 是 o3 的后训练变体,用强化学习在「多环境的真实编码任务」上训练:写功能/加测试/调试/大规模重构/做代码审查。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奖励信号(可验证 + 偏好)—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①测试通过(可验证奖励,模型迭代跑测直到通过)②人类编码风格 ③PR/提交规范 ④指令遵从 ⑤代码审查偏好(由资深工程师对真实 OSS commit 的评审打分)。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「人类风格 PR」≠ 新架构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它是把输出对齐到上述奖励的结果:相比 o3,codex-1「产出更干净、可直接 review 的补丁」。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代码审查的可量化收益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GPT-5-Codex 的错误评审意见比 GPT-5 少约 70%(资深工程师在真实 commit 上评估);OpenAI 内部已让 Codex 在人类 reviewer 之前自动审查大多数变更。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营销 vs 机制(去噪)— </a:t>
            </a:r>
            <a:r>
              <a:rPr sz="13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「GPT-5.3-Codex 参与创造自己」= 工程师把早期 checkpoint 当工具用于调试训练/诊断 eval,而非自主自训练。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〔去噪〕</a:t>
            </a:r>
          </a:p>
          <a:p>
            <a:pPr lvl="1"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未公开:奖励权重配比、审查 eval 的样本量/分母;MoE/稀疏激活仅为第三方推测,OpenAI 未披露。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TECH DEEP-DIVE 2/6 · INFERENCE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技术深钻②:自适应推理 —「思考时间」如何按难度分配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两个头条数字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对最简单 10% 的对话,GPT-5-Codex 比 GPT-5 少用约 93.7% 的「思考」token;对最难 10%,思考/行动时长约为 2 倍。</a:t>
            </a:r>
            <a:r>
              <a:rPr sz="12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机制(关键澄清)— </a:t>
            </a:r>
            <a:r>
              <a:rPr sz="14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这是模型自身按任务复杂度「自调步」分配推理,而非 GPT-5 聊天产品里那个「快/慢模型实时路由器」。单模型自定推理 ≠ 系统级路由。</a:t>
            </a:r>
            <a:r>
              <a:rPr sz="12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推理档位外显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reasoning effort 以离散档暴露:low / medium / high;自 5.1-Codex-Max 起新增 xhigh(为最难的异步 agentic 任务/评测「想更久」)。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工程含义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简单回合省 token=降成本/提速;难题多花算力=提质量。这也解释了「Codex 在简单任务更省、在复杂任务更彻底」的口碑分裂。</a:t>
            </a:r>
          </a:p>
          <a:p>
            <a:pPr lvl="1"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不确定:无法独立证实该模型内部「绝无路由」;各版本确切档位集合(none/minimal/…/xhigh)未完全锁定。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TECH DEEP-DIVE 3/6 · LONG-HORIZON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技术深钻③:Compaction — 跨上下文窗口的长时程自主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定义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GPT-5.1-Codex-Max 是「首个原生训练以跨多个上下文窗口工作」的模型,通过 compaction 在单任务内连贯处理数百万 token;内部观察到 24h+ 自主迭代。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机制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接近窗口上限时,把关键状态(架构决策、测试失败、当前目标、文件位置)蒸馏成密集摘要带入新窗口,丢弃原始 token、保留状态,循环至完成。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原生 vs 脚手架(核心争议)— </a:t>
            </a:r>
            <a:r>
              <a:rPr sz="13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CLI 早就有「摘要再续」的 app 层 auto-compact;新意在于模型被训练于这些跨窗口轨迹,使摘要为「自己将来要用」而优化,并经 Responses API 一等公民暴露。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〔去噪〕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Harness 实测(badlogic / danielvaughan)—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CLI 触发阈≈ effective_window − 13k,effective = 窗口 − min(max_out, 20k);Claude Code 约 95% 容量才触发(常被诟病「太晚」),且额外保留最近 5 个文件。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标称 ≠ 实际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GitHub issue 报告会话实际窗口与官方不符(如 GPT-5.5 报 258,400 vs 标称 400K),可能绕过 auto-compaction。把官方窗口当「名义值」。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TECH DEEP-DIVE 4/6 · HARNESS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技术深钻④:Agent Harness 与工具循环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 循环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组装历史 → 带工具调用模型 → 若有工具调用则在沙箱执行并回填 → 再查询 → 直到无工具调用的最终回复。一个「turn」可含多次模型/工具迭代。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五个核心工具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shell(在沙箱跑任意命令,读/写/搜文件即靠它)· apply_patch(结构化多文件 diff)· update_plan(维护 TODO/计划)· view_image · web_search(可并行)。工具三源:核心工具 + MCP + 迁移插件。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为何用 Rust 重写(2025-06,~96% Rust)—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①零依赖安装(去掉 Node 运行时)②原生安全绑定(沙箱已是 Rust)③长会话无 GC 停顿/堆膨胀、毫秒级启动(CI 并行起多 agent 关键)④语言无关线协议便于多语言扩展。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通信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经 OpenAI Responses API(parallel_tool_calls、tool_choice、reasoning 控制、流式事件);ToolRouter 在起进程前强制审批策略并选定沙箱。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非交互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exec PROMPT 跑到模型自判完成即退;hooks 可注入脚本做日志/提示扫描/工具调用校验。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TECH DEEP-DIVE 5/6 · SANDBOX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技术深钻⑤:沙箱与安全架构 — OS 级强制隔离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双层模型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沙箱能力(OS 物理允许什么:read-only / workspace-write / danger-full-access)与 审批策略(何时暂停问人:on-request / on-failure / never)解耦。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macOS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Apple Seatbelt(sandbox-exec),默认 deny;允许 file-read*、写限于可写根;省略网络权限即默认拒网;.git/.codex/.agents 元数据受保护。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Linux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现以 bubblewrap(bwrap)为主做命名空间隔离 + PR_SET_NO_NEW_PRIVS + seccomp 网络过滤(挡 connect/bind/sendto 等、放行 AF_UNIX);Landlock+seccomp 为显式 legacy 回退(需内核 ≥5.13)。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〔强(README 直读)〕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Windows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自研:弃用 AppContainer,采用「写限制令牌 + 合成 SID」(写须同时满足用户身份与受限 SID 列表);用 capability SID 授文件访问;以覆盖代理环境变量 + 桩可执行文件禁出网。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云端两阶段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setup 阶段有网(跑安装脚本、可见 secret)→ agent 阶段默认断网(secret 已移除),全程经 HTTP(S) 代理走 allowlist;改脚本/env/secret 即失效缓存。理由:防注入驱动的数据外泄、限爆炸半径。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TECH DEEP-DIVE 6/6 · EXTENSIBILITY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技术深钻⑥:扩展性 — MCP、Symphony、子 agent、SDK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MCP 双向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作 client:config.toml 内 [mcp_servers.&lt;name&gt;] 声明,codex mcp add/list/remove 管理;作 server:codex mcp-server 跑 stdio JSON-RPC,客户端调 codex 工具即经 ThreadManager 起会话并流式回事件。per-tool 审批模式(auto/prompt/approve)。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Symphony(真实)—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开源的 Codex 编排规范,本质是一份 SPEC.md(问题/方案定义,非代码),交给编码 agent 物化成任意语言;把 issue tracker(如 Linear)连到 Codex,每任务从指派到 PR 自成闭环。</a:t>
            </a:r>
            <a:r>
              <a:rPr sz="10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内建子 agent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.agents/subagents/&lt;name&gt;.md 配置;编排含 spawn/路由/等待/收束;agents.max_depth 默认 1(直接子可派生,默认不再深嵌)。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AGENTS.md 分层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~/.codex 级 → 项目根至 cwd 逐级拼接(深者后置=胜出,近因偏置);AGENTS.override.md 在其层级「替换」而非追加;总量上限 project_doc_max_bytes(默认 32 KiB)。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SDK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TypeScript SDK 实为「包裹 codex CLI」(spawn 进程、JSONL over stdin/stdout):startThread/run/runStreamed、JSON-schema 结构化输出、~/.codex/sessions 持久化、resumeThread;原生 GitHub Actions。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BENCHMARKS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Benchmark 方法论:跑分背后的四个陷阱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陷阱① 分母 477 vs 500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SWE-bench Verified 是 500 例人工校验子集;OpenAI 早期只在能跑通的 477 例上报告,后改 500 例。跨模型对比必须核对分母。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陷阱② pass@1 是「4 次平均」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的 pass@1 对每例平均 4 次尝试(平滑,非真单发);且不把单测喂给模型。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陷阱③ harness/脚手架敏感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同模型换脚手架分数可差 5–15 分(例:Auggie 在同一 Opus 上比 Claude Code 多解 17/731);「agent 榜」≠「模型榜」。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陷阱④ 评测迁移 + 标称窗口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 年新模型主跑 SWE-bench Pro / Terminal-Bench 2.0,与早期 Verified 不可直接续比;且会话实际上下文常小于官方标称。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厂商 vs 独立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GPT-5.5 的 88.7% 为 OpenAI 自报,独立 harness 仅 ~82.6%;GPT-5.3-Codex 的 Terminal-Bench 2.0 有 75.1% vs 77.3% 的来源冲突。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➔  </a:t>
            </a:r>
            <a:r>
              <a:rPr sz="11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结论:任何百分比都须绑「模型版本 + 日期 + 评测集 + harness + 推理档」。脱离上下文的「谁第一」基本无意义。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ARCHITECTURE COMPARISON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架构级对比:Codex vs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架构事实多为官方文档直读(高可信);compaction 差异据 badlogic 代码级独立研究 · Cursor=模型中立,可换各家但用不到专用 GPT-5-Codex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2287" y="1298448"/>
          <a:ext cx="11247120" cy="534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46320"/>
                <a:gridCol w="4846320"/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Codex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 Claude Code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执行模型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云沙箱默认 + 本地 Rust CLI;并行容器 + git worktree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本地优先终端 agent;可见本机服务/DB/env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数据驻留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代码上传 OpenAI 基础设施(fire-and-forget 优)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默认本地执行(合规/隔离场景优)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上下文记忆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AGENTS.md;原生 compaction(模型级)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CLAUDE.md;~95% 才 compact + 保留 5 个近期文件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权限模型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 内核沙箱为主(Seatbelt/bwrap/令牌)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应用层权限引擎 + hooks 为主,OS 沙箱为辅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 agent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 并行编排,汇总单一结果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各子 agent 独立上下文 + 可路由廉价模型 + MEMORY.md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模型锁定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OpenAI(GPT-5.x-Codex)— 模型×harness 协同设计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Anthropic(Opus/Sonnet/Haiku)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技术擅场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长时程、并行、可委派的自主执行 + token 节俭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交互式、多文件深推理 + 细粒度治理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COMPETITIVE LANDSCAPE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竞争格局:三王分治 + 多工具叠用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三个「第一」按口径划分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Copilot 赢用户基数(~470 万付费);Cursor 赢营收(~$2B ARR,传 $50B 估值);Claude Code 赢满意度/口碑(JetBrains 2026 调查最受欢迎,CSAT 91%)。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JetBrains 2026 调查(&gt;1 万开发者)—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职场采用率 Copilot ~29% / Cursor ~18% / Claude Code ~18%;Claude Code 一年内从 3% 增至 18%(6x)。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叠用成常态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~70% 工程师同时用 2–4 个 AI 编码工具;创业公司偏 Claude Code(~75%),万人以上大厂偏 Copilot(~56%,采购/分发优势)。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格局剧变(2026)—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微软与 OpenAI 结束独家绑定(~4 月),Copilot 转多模型(接 OpenAI+Anthropic+自研 MAI/Polaris);Google 下线 Gemini CLI 转 Antigravity(5 月);Windsurf 更名 Devin Desktop(6 月)。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✗  </a:t>
            </a:r>
            <a:r>
              <a:rPr sz="115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已剔除:网传「Codex 2.0 Orchestrator」无官方佐证,与 OpenAI 实际命名矛盾。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BUSINESS &amp; STRATEGY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商业与市场策略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定价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捆绑 Plus/Pro/Business/Enterprise/Edu,不单售;2026-04-02 由按消息改按 token 信用计费(社区不满导火索之一)。登录态走套餐额度,切 API-key 则按 API 单价。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采用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周活 200 万(3 月)→ 400 万(4.21)→ 500 万+(6 月),~20% 非开发者;OpenAI 内部用 Codex 的工程师从 &lt;50% 升至 &gt;90%,PR 量 +~70%。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〔中(自报)〕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营收战略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编码是 LLM 最高价值变现场景(有分析称占企业生成式 AI 用量约半);The Information 称 OpenAI 2026 Q1 营收近 $60 亿、季度领先 Anthropic ~$10 亿。Claude Code 据报 &gt;$2.5B 年化,是对标标尺。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Windsurf 始末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拟 ~$30 亿收购 → 2025-07-11 因(据报)与微软 IP 摩擦告吹 → Google 以 ~$24 亿「逆向收编」CEO 等核心 → 余下由 Cognition(Devin)接手。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争议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GPT-5.3-Codex 罕见附严格管控(称或首次「足以放大现实网络危害」);2026-06 冒充 Codex 的恶意 npm 包窃 token;2025 末 GitHub token 泄露漏洞(已修)。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DEVELOPER VOICE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开发者实践与口碑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被称赞 — </a:t>
            </a:r>
            <a:r>
              <a:rPr sz="1300" b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彻底/全面(不止改目标函数,连带修调用方、统一日志、标记弃用);「委派—回看」异步流(早上排 3–5 个任务,回来已有审好的 PR);干净 diff;自动 PR 审查。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被吐槽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沙箱默认无网阻断装依赖;2026-04 转 token 计费后限流抱怨集中爆发(「5 小时额度一小时用光」);容器内跑测试偏慢;默认过度工程;不能手动选模型。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口碑拐点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GPT-5-Codex(2025-09)是关键转折:Builder.io 测得用户评分高出替代品约 40%。但成因有争议——是 Codex 真变强,还是 Claude Code 同期「被阉割/harness 变怪」,两种叙事并存。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当前共识:双持(dual-wield)— </a:t>
            </a:r>
            <a:r>
              <a:rPr sz="13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Codex 做后端/重测试/重构与「可辩护的 diff」;Claude Code 做 UI/探索式规划/自主部署。「问题不是谁更聪明,而是你在哪种工作流里。」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最佳实践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用好 AGENTS.md(含测试命令)· prompt 显式约束范围以抑过度工程 · 合理设审批档(--full-auto 常为平衡点)· 用子 agent/REQUIREMENTS.md 做结构化交接。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KEY JUDGMENTS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核心判断(分析层)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护城河在「模型×harness 协同设计」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GPT-5.x-Codex 与其 agent 循环共同 RL 调优,带来更紧的工具使用与 token 效率;但代价是 OpenAI 模型锁定。Cursor/Copilot 以可移植性换取这种垂直整合。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结构性权衡:云 vs 本地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云沙箱适合 fire-and-forget、并行、可复现(pinned 镜像);数据敏感/隔离场景,Claude Code 的本地优先是结构性优势。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长时程自主是新战线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compaction + 24h+ 把竞争从「单轮代码质量」推向「跨窗口状态管理 + 多 agent 编排」。谁能稳定地长时间不跑偏,谁赢异步委派场景。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成熟度的反面是攻击面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Slack/SDK/插件/Sites 提升渗透,同时带来供应链(恶意 npm)、OAuth token 等新安全面——企业采用须纳入评估。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认知风险:别被「谁第一」带偏 — </a:t>
            </a:r>
            <a:r>
              <a:rPr sz="135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品牌跨三代、版本月月变、跑分口径混乱;务实做法是按工作流组合工具,而非追逐排行榜。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RECOMMENDATIONS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选型建议:按场景对号入座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基于本次研究的工程事实与社区共识综合;非厂商背书 · 具体取舍仍需结合团队栈与合规要求验证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2287" y="137160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286000"/>
                <a:gridCol w="49377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你的场景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首选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理由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异步委派 / 并行批量 / CI 自动化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Codex(云)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隔离容器 + worktree + best-of-N;免审批自主更可控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数据敏感 / 隔离网 / 强合规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Code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本地优先执行 + 应用层细粒度权限 + hooks 治理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交互式多文件深推理 / 探索规划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Code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独立上下文子 agent + JIT 检索 + 主动追问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长时程自主重构 / 长任务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Codex(5.1-Max+)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compaction 跨窗口,24h+ 连贯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要多模型自由 / 价格套利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 / Copilot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模型中立可切换;但用不到专用 GPT-5-Codex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务实团队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双持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跑后端/测试/重构,Claude Code 跑 UI/规划/部署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RISKS &amp; UNCERTAINTIES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风险与不确定性(诚实披露)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✗  </a:t>
            </a:r>
            <a:r>
              <a:rPr sz="13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已证伪(剔除)— </a:t>
            </a:r>
            <a:r>
              <a:rPr sz="130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「Codex 2.0 / Orchestrator / SafeDeploy / OpenRepo」单一来源虚构,与官方命名矛盾。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~ 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已降级(传闻)—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「4x token 效率」为 n=1 博客且含产出质量混淆;「88.7% SWE-bench」为厂商自报(独立 ~82.6%)。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3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机制存疑 — </a:t>
            </a: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GPT-5-Codex 是否「绝无内部路由」无法证实;compaction 是否「不止于训练版摘要再续」未完全公开;MoE/稀疏激活仅第三方推测。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3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数据口径 — </a:t>
            </a: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周活/营收多为 OpenAI 自报或单一媒体(The Information),无第三方审计;标称上下文 ≠ 会话实际上下文。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3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环境限制 — </a:t>
            </a: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本次 WebFetch 全程 403,结论基于搜索摘要(GitHub README、badlogic 研究可直读);2026 项超知识截止。</a:t>
            </a:r>
          </a:p>
          <a:p>
            <a:pPr lvl="1"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➔  </a:t>
            </a:r>
            <a:r>
              <a:rPr sz="11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建议:正式引用前对照官方 system card PDF 与 developers.openai.com/codex 原文核对确切数字与日期。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SOURCES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主要来源(节选)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完整 URL 见随附报告;以下为各维度最权威/最具价值来源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官方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introducing-codex · introducing-upgrades-to-codex · gpt-5-1-codex-max(+system card PDF)· introducing-gpt-5-3-codex · introducing-gpt-5-5 · codex-now-generally-available · building-codex-windows-sandbox · unrolling-the-codex-agent-loop · developers.openai.com/codex/*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代码 / 一手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github.com/openai/codex(codex-rs README、linux-sandbox README 直读)· cdn.openai.com 各 system card PDF · cookbook.openai.com 提示指南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独立技术分析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simonwillison.net(5.1-Codex-Max)· infoq.com(Rust 重写 / Windows 沙箱)· badlogic gist(compaction 代码级研究)· codex.danielvaughan.com · epoch.ai / swebench.com(基准方法论)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市场 / 商业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The Information(Q1 营收)· JetBrains Research 2026(开发者调查)· TechCrunch / Bloomberg(Windsurf)· Google Developers Blog(Antigravity)· devin.ai(Windsurf→Devin)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开发者口碑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Hacker News 多帖 · dev.to(2 月实测)· builder.io · OpenAI 社区(限流帖)· anthonymaio.substack(「Codex 变好因 Claude 变怪」)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200" b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✔  </a:t>
            </a: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研究方式:5 路并行检索 + 3 路对抗式核验(2/3 证伪即剔除);可信度全程分层标注。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